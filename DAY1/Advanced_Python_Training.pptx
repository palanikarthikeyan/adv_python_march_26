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15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1565C0">
              <a:alpha val="80000"/>
            </a:srgbClr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Python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Intensive Training · Data Structures · OOP · Web · ML · Projects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4206240"/>
            <a:ext cx="274320" cy="2743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206240"/>
            <a:ext cx="274320" cy="2743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4206240"/>
            <a:ext cx="274320" cy="274320"/>
          </a:xfrm>
          <a:prstGeom prst="ellipse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4160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Training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5-Day Program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694944"/>
          </a:xfrm>
          <a:prstGeom prst="rect">
            <a:avLst/>
          </a:prstGeom>
          <a:solidFill>
            <a:srgbClr val="0D1B2A"/>
          </a:solidFill>
          <a:ln w="254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097280" cy="69494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22960"/>
            <a:ext cx="106070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914400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OOP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694944"/>
          </a:xfrm>
          <a:prstGeom prst="rect">
            <a:avLst/>
          </a:prstGeom>
          <a:solidFill>
            <a:srgbClr val="0D1B2A"/>
          </a:solidFill>
          <a:ln w="254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45920"/>
            <a:ext cx="1097280" cy="6949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645920"/>
            <a:ext cx="106070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1737360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 &amp; File Handling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8595360" cy="694944"/>
          </a:xfrm>
          <a:prstGeom prst="rect">
            <a:avLst/>
          </a:prstGeom>
          <a:solidFill>
            <a:srgbClr val="0D1B2A"/>
          </a:solidFill>
          <a:ln w="2540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68880"/>
            <a:ext cx="1097280" cy="69494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468880"/>
            <a:ext cx="106070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560320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Internals, Concurrency &amp; Data Science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8595360" cy="694944"/>
          </a:xfrm>
          <a:prstGeom prst="rect">
            <a:avLst/>
          </a:prstGeom>
          <a:solidFill>
            <a:srgbClr val="0D1B2A"/>
          </a:solidFill>
          <a:ln w="25400">
            <a:solidFill>
              <a:srgbClr val="7B1FA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91840"/>
            <a:ext cx="1097280" cy="69494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291840"/>
            <a:ext cx="106070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383280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Development: Django &amp; Flask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320" y="4114800"/>
            <a:ext cx="8595360" cy="694944"/>
          </a:xfrm>
          <a:prstGeom prst="rect">
            <a:avLst/>
          </a:prstGeom>
          <a:solidFill>
            <a:srgbClr val="0D1B2A"/>
          </a:solidFill>
          <a:ln w="254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114800"/>
            <a:ext cx="1097280" cy="69494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4114800"/>
            <a:ext cx="106070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206240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Real-World ML Projects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1565C0">
              <a:alpha val="80000"/>
            </a:srgbClr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Advanced OOP · Metaclasses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4206240"/>
            <a:ext cx="274320" cy="2743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206240"/>
            <a:ext cx="274320" cy="2743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4206240"/>
            <a:ext cx="274320" cy="274320"/>
          </a:xfrm>
          <a:prstGeom prst="ellipse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4160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Training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00584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Topics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Foundations &amp; Advanced OOP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Environment: VS Code extensions, virtual environments (venv)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Structures: Stacks, Queues, Linked Lists, Trees &amp; Graphs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OOP: type(), metaclasses, Abstract Base Classes (ABCs)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Resolution Order (MRO) and super()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Problems: 5 coding challenges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&amp; Queue — Data Structures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(LIFO)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push() — add to top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pop() — remove from top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is_empty() — check state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(FIFO)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enqueue() — add to rear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dequeue() — remove from front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Stack: undo/redo, bracket matching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Queue: print spooler, BFS traversal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822960"/>
            <a:ext cx="44805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1887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Stack: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self.data = []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push(self, item):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self.data.append(item)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pop(self):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self.is_empty():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self.data.pop()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len(self.data) == 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Bracket check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is_balanced(s):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Stack()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pairs = {')':'(', '}':'{', ']':'['}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 in 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ch in '({[':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stack.push(ch)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 in pairs: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stack.is_empty() or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stack.pop() != pairs[ch]: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'Not Balanced'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'Balanced'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 List — Dynamic Data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Linked List?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nodes where each node holds data and a pointer to the next node.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Structure: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— the value stored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 — pointer to next node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Operations: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insert(data) — append node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delete(value) — remove node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display() — print all nodes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over list: O(1) insertion/deletion at any position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822960"/>
            <a:ext cx="44805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1887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data):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self.data =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self.next = None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LinkedList: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None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insert(self, data):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= Node(data)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self.head: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self.head = new; return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self.head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cur.next: cur = cur.next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cur.next = new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delete(self, val):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self.head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cur and cur.data == val: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self.head = cur.next; return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cur.next: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cur.next.data == val: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cur.next = cur.next.next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 = cur.next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Metaclasses &amp; ABCs — Advanced 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Metaclass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whose instances are classes. Controls class creation.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is the default metaclass: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type(name, bases, attrs)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Metaclass Use Cases: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 methods in subclasses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Auto-register classes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logging/validation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Class (ABC):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subclasses to implement defined abstract methods.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822960"/>
            <a:ext cx="44805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1887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Metaclass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ExecuteRequired(type):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__new__(mcs, name, bases, dct):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'execute' not in dct: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TypeError(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f'{name} must define execute()'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super().__new__(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mcs, name, bases, dct)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MyTask(metaclass=ExecuteRequired):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execute(self):  # Required!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print('Running task')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Abstract Base Class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abc import ABC, abstractmethod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Shape(ABC):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 pass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Circle(Shape):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r): self.r = 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 return 3.14*self.r**2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Graphs &amp; BFS Traversal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Representation: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List: dict mapping each node to its neighbors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(Breadth First Search):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nodes level-by-level using a Queue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Enqueue the start node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Mark it as visited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Dequeue → process → enqueue unvisited neighbors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Repeat until queue is empty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O(V+E) | Space: O(V)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822960"/>
            <a:ext cx="44805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1887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'A': ['B', 'C'],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'B': ['D'],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'C': ['E'],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'D': ['F'],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'E': [],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'F': 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bfs(graph, start):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 = set()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queue = deque([start])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visited.add(start)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queue: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 = queue.popleft()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result.append(node)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n in graph[node]: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 not in visited: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visited.add(n)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queue.append(n)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 '.join(result)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print(bfs(graph, 'A'))  # A B C D E F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Problem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Balanced Bracket Checker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Stack class to verify whether bracket sequences are properly balanced.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Stack using list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push(), pop(), is_empty()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all bracket types: () {} []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'Balanced' or 'Not Balanced'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45720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Example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{[()]}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Balanced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{[(]}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Not Balanced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Logic: push open brackets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pop &amp; match on close brackets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Problem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 Queue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Print Queue System that manages print jobs in FIFO order using collections.deque.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collections.deque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PrintQueue class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add_job(), process_job(), display_jobs()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empty queue gracefully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45720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Example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add_job('Doc1')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add_job('Doc2')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add_job('Doc3')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process_job()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Processing: Doc1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 Jobs: Doc2, Doc3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Problem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Singly Linked List — Node Deletion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Singly Linked List and implement deletion of a node by value.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Node and LinkedList classes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insert(data), delete(value), display()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head deletion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non-existent value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45720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Example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 List: 10 → 20 → 30 → 40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value: 30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10 → 20 → 40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Head deletion case: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 List: 10 → 20 → 30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value: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20 → 30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Problem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BFS Traversal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graph as an Adjacency List, implement Breadth First Search traversal from a start node.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Queue (collections.deque)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visited set to avoid cycles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bfs(graph, start_node)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space-separated node order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45720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Example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Graph: A→B,C | B→D | C→E | D→F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 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A B C D E F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visit neighbors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the order they appear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the adjacency list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Problem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Metaclass Validator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metaclass that enforces every class using it must define an execute() method.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ExecuteRequired metaclass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__new__ method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TypeError if execute() missing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 valid and invalid class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45720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Example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TaskA(metaclass=ExecuteRequired):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execute(self):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print('TaskA running')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 — no error raised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BadTask(metaclass=ExecuteRequired):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TypeError: BadTask must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define execute()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1565C0">
              <a:alpha val="80000"/>
            </a:srgbClr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 · Decorators · File Handling · Databases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4206240"/>
            <a:ext cx="274320" cy="2743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206240"/>
            <a:ext cx="274320" cy="2743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4206240"/>
            <a:ext cx="274320" cy="274320"/>
          </a:xfrm>
          <a:prstGeom prst="ellipse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4160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Training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00584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Topics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Programming &amp; Data Pipeline Tools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Programming: Lambda, map(), filter(), list/dict/set comprehensions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 &amp; Generators: Custom iterators, lazy evaluation with generators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Decorators: Custom decorators, functools.wraps, @log_execution pattern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File Handling: Large files, gzip/zipfile/tarfile, Regex, JSON/Pickle/XML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Databases: SQLite, CRUD operations, Python DB-API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Lambda, map(), filter() — Functional Programming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one-line functions: lambda args: expression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map(func, iterable)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function to every element → returns iterator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filter(func, iterable)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elements where func returns True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Pattern: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map+filter+lambda for clean data transformations without loops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822960"/>
            <a:ext cx="44805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1887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 = lambda x: x **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print(square(5))  # 25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['100', '200', '350']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int_prices = list(map(int, prices))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[100, 200, 350]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[10, -5, 30, -20, 50]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 = list(filter(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x: x &gt; 0, nums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[10, 30, 50]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Combined Pipeline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[' alice,50000 ', ' bob,-1 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 = list(map(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x: x.strip(), data))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 = list(filter(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x: int(x.split(',')[1])&gt;0,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cleaned))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Generators &amp; Iterators — Lazy Evaluation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Protocol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object with __iter__() and __next__() methods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Function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yield keyword — pauses execution, returns value on demand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Generators?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Memory-efficient — one item at a time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Perfect for large files (millions of rows)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Composable pipeline stages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sys.getsizeof(list) &gt;&gt; sys.getsizeof(generator)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822960"/>
            <a:ext cx="44805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1887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Iterator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CountUp: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max):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self.max = max; self.n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__iter__(self): return self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__next__(self):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self.n &gt;= self.max: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StopIteration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 += 1; return self.n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Generator Function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read_large_file(path):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open(path) as f: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line in f: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line.strip()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Generator Pipeline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filter_errors(lines):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line in lines: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'ERROR' in line: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line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= read_large_file('app.log')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 = filter_errors(lines)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err in errors: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print(err)  # One at a time!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Decorators — Wrapping Functions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Decorator?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takes another function and extends its behavior without modifying it.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Sugar: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@decorator_name is shorthand for func = decorator(func)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@log_execution — track timing &amp; args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@retry — auto-retry on failure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@authenticate — check permissions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@cache — memoize results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functools.wraps to preserve metadata!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822960"/>
            <a:ext cx="44805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1887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time, logging, functools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logging.basicConfig(level=logging.INFO)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log_execution(func):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@functools.wraps(func)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logging.info(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f'[INFO] Running {func.__name__}()'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 = time.time()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func(*args, **kwargs)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elapsed = time.time() - start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logging.info(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f'[INFO] Time: {elapsed:.3f}s'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@log_execution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parse_logs():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time.sleep(0.032)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parse_logs()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[INFO] Running parse_logs()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[INFO] Time: 0.032s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Database — SQLite &amp; CRUD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file-based SQL database — built into Python's sqlite3 module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— INSERT INTO table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 — SELECT * FROM table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— UPDATE SET column=value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 — DELETE FROM WHERE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parameterized queries (?) to prevent SQL injection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context managers (with conn:) for auto-commit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822960"/>
            <a:ext cx="44805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1887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= sqlite3.connect('app.db')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 = conn.cursor()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table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cur.execute('''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 TABLE IF NOT EXISTS users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 INTEGER PRIMARY KEY,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 TEXT, salary INTEGER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)''')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INSERT (parameterized)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cur.execute(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'INSERT INTO users VALUES (?,?,?)',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(1, 'Alice', 75000))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cur.execute('SELECT * FROM users')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cur.fetchall()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cur.execute('UPDATE users SET salary=? WHERE id=?', (80000,1))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conn.commit(); conn.close()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Problem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 cleaning pipeline using lambda, map(), and filter() on a log/salary dataset.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whitespace using lambda + map()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salary strings to integers with map()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out invalid (negative/zero) salaries with filter()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all 3 steps into a single 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45720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Example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[' alice,50000 ', ' bob,-1 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' carol,75000 ']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step1 = map(lambda x: x.strip(), raw)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step2 = map(lambda x: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(x.split(',')[0],int(x.split(',')[1])),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step1)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list(filter(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x: x[1]&gt;0, step2))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[('alice',50000),('carol',75000)]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Problem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Memory-Efficient File Iterator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custom iterator class to read large CSV records line by line without loading into memory.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__iter__() and __next__()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 lazily — one line at a time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StopIteration when file ends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millions of rows without OOM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45720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Example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FileIterator: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path):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 = open(path)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__iter__(self): return self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__next__(self):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 = self.f.readline()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line: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self.f.close()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StopIteration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line.strip()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Problem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Parser with Regex Generator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generator that reads log lines and extracts structured metadata using regular expressions.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FileIterator from Problem 2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 module to extract fields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parsed dict: {date, level, UserID, Action}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malformed lines gracefully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45720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Example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2024-02-10 INFO UserID=101 Action=LOGIN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2024-02-10 ERROR UserID=102 Action=FAIL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= r'(\d{4}-\d{2}-\d{2}) (\w+) UserID=(\d+) Action=(\w+)'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Yields: {'date':'2024-02-10',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'level':'INFO','uid':'101',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'action':'LOGIN'}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Problem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@log_execution Decorator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custom decorator that logs function name, execution time, and arguments for pipeline monitoring.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logging module (not print)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with functools.wraps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Log: function name, args, execution time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[INFO] Running func() | Time: 0.032s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45720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Example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@log_execution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parse_logs(filepath, limit=100):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 Output: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Running parse_logs()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Args: ('data.log',)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Kwargs: {'limit': 100}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Execution time: 0.032 sec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1565C0">
              <a:alpha val="80000"/>
            </a:srgbClr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Internals · Concurrency · Data Science &amp; ML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4206240"/>
            <a:ext cx="274320" cy="2743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206240"/>
            <a:ext cx="274320" cy="2743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4206240"/>
            <a:ext cx="274320" cy="274320"/>
          </a:xfrm>
          <a:prstGeom prst="ellipse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4160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Training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00584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Topics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Internals, Concurrency &amp; Data Science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Object Model: PyObject, reference counting, garbage collection, PyMalloc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 (Global Interpreter Lock): impact on threading, when to use multiprocessing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Concurrency: multithreading, multiprocessing, async/await (asyncio)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pytest, unit testing, debugging techniques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Science: NumPy, Pandas, Matplotlib, EDA, Feature Engineering, ML basics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GIL &amp; Concurrency in Python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 (Global Interpreter Lock)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Python thread executes bytecode at a time — prevents data races in CPython.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Threading: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I/O-bound tasks: HTTP requests, file I/O, DB queries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Multiprocessing: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CPU-bound tasks: data crunching, ML training, image processing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Async/Await: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High-concurrency I/O: 1000s of network calls simultaneously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822960"/>
            <a:ext cx="44805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1887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threading, time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Multithreading (I/O bound)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fetch(url):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time.sleep(1)  # simulate I/O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threads = [threading.Thread(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target=fetch, args=(f'url{i}',))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range(5)]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[t.start() for t in threads]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[t.join() for t in threads]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Async/Await (best for I/O)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aiohttp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fetch(session, url):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with session.get(url) as 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await r.text()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main():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with aiohttp.ClientSession() as 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tasks = [fetch(s, url) for url in urls]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 = await asyncio.gather(*tasks)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 &amp; Pandas — Data Science Foundations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numerical arrays. Vectorized operations (no loops). Broadcasting for multi-dim ops.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labeled data structure. Core tool for data loading, cleaning, groupby, merge.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Pandas Operations: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df.dropna() / df.fillna() — handle missing values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df.groupby().agg() — aggregations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pd.merge() — join DataFrames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df.apply(func) — custom transformations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822960"/>
            <a:ext cx="44805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1887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NumPy vectorized ops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3, 4, 5])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* 2)        # [2 4 6 8 10]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print(a[a &gt; 3])     # [4 5]  (masking)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print(np.mean(a))   # 3.0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Pandas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pd.read_csv('sales.csv')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Missing 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df['salary'].fillna(df['salary'].mean(),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inplace=True)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GroupBy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= df.groupby('dept').agg({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'salary': ['mean', 'max'],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'emp_id': 'count'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print(summary)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Problem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Memory-Efficient Generator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generator pipeline to process 10 million transaction records without loading all into memory.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reads data line-by-line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transactions &gt; 5000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 amount using sum()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memory: list vs generator with sys.getsizeof()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batch processing support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45720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Example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read_transactions(path):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open(path) as f: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line in f: yield line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filter_large(trans):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 in trans: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float(t.split(',')[1])&gt;5000: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Memory list vs generator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list: ~80MB | generator: 112 bytes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Problem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Concurrency Benchmark — 50 URLs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web scraping system fetching 50 URLs and benchmark threading vs multiprocessing vs async.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1: multithreading (threading module)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2: multiprocessing (multiprocessing module)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3: async with asyncio + aiohttp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execution time, CPU utilization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45720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Example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time, threading, asyncio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urls = [f'http://example.com/{i}'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range(50)]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 Results: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Threading:      ~1.2 sec (I/O overlap)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Multiprocessing: ~1.5 sec (process overhead)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Async:          ~0.3 sec (best for I/O!)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1565C0">
              <a:alpha val="80000"/>
            </a:srgbClr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with Django &amp; Flask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4206240"/>
            <a:ext cx="274320" cy="2743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206240"/>
            <a:ext cx="274320" cy="2743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4206240"/>
            <a:ext cx="274320" cy="274320"/>
          </a:xfrm>
          <a:prstGeom prst="ellipse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4160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Training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00584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Topics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Development: Django &amp; Flask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Django: Project setup, folder structure, ORM models, views, templates, routing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Django: User administration, SQLite3 integration, template inheritance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Flask: Introduction, routing, request/response, Jinja2 templates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Flask: REST APIs, Blueprints, Database integration (SQLAlchemy)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Authorization, Flask Middleware, Web Security (CSRF, XSS, SQLi)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Django vs Flask — Choosing the Right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— Batteries Included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Full-stack framework: ORM, admin, auth, forms built-in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MVT: Model–View–Template pattern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for: large apps, CMS, enterprise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— Micro Framework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Minimal core, highly extensible via extensions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 decorators, simple request/response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for: REST APIs, microservices, prototypes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Jinja2 templating &amp; WSGI protocol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822960"/>
            <a:ext cx="44805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1887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Flask — Hello World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Flask, jsonify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@app.route('/api/users', methods=['GET'])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get_users():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users = User.query.all()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jsonify([u.to_dict()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for u in users])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@app.route('/api/users', methods=['POST'])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create_user():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request.get_json()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= User(**data)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db.session.add(user)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db.session.commit()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jsonify(user.to_dict()), 201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Django — URL routing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urls.py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path('users/', views.UserListView.as_view()),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path('users/&lt;int:pk&gt;/', views.UserDetailView.as_view()),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 Design with Flask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Principles: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Stateless — each request is self-contained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Resource-based URLs (/tasks, /tasks/1)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 verbs: GET, POST, PUT/PATCH, DELETE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 OK, 201 Created, 204 No Content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400 Bad Request, 401 Unauthorized, 404 Not Found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 Internal Server Error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Flask-SQLAlchemy: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for Flask — map Python classes to DB tables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822960"/>
            <a:ext cx="44805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1887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Flask, request, jsonify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flask_sqlalchemy import SQLAlchemy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app.config['SQLALCHEMY_DATABASE_URI'] =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'sqlite:///tasks.db'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SQLAlchemy(app)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Task(db.Model):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= db.Column(db.Integer, primary_key=True)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= db.Column(db.String(200))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done = db.Column(db.Boolean, default=False)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all tasks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@app.route('/tasks')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get_tasks():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 = Task.query.all()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jsonify([{'id': t.id,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'title': t.title,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'done': t.done}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for t in tasks])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 a task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@app.route('/tasks/&lt;int:id&gt;', methods=['DELETE'])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delete_task(id):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Task.query.get_or_404(id)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Problem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CRUD Task Manager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CRUD REST API for a Task Manager using Flask + SQLite.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/tasks — Create task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/tasks — List all tasks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/tasks/&lt;id&gt; — Update task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/tasks/&lt;id&gt; — Delete task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appropriate HTTP status codes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45720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Example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/tasks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{'title': 'Buy groceries'}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Response: 201 Created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/tasks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Response: [{id:1,title:...,done:false}]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/tasks/1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Response: 204 No Content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Problem 2 &amp;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DB Integration &amp; Django App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Task Manager with persistent SQLAlchemy DB, then build an equivalent Django app.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84048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Flask: Add SQLAlchemy model persistence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Flask: Add input validation + error handling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Django: Create app and add to INSTALLED_APPS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Django: Create model, view, URL config, templates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45720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Example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Django setup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startproject blog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startapp posts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models.py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Post(models.Model):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= models.CharField(max_length=200)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 = models.TextField()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 = models.DateTimeField(auto_now_add=True)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1565C0">
              <a:alpha val="80000"/>
            </a:srgbClr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Techniques &amp; Real-World ML Projects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4206240"/>
            <a:ext cx="274320" cy="2743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206240"/>
            <a:ext cx="274320" cy="2743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4206240"/>
            <a:ext cx="274320" cy="274320"/>
          </a:xfrm>
          <a:prstGeom prst="ellipse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4160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Training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00584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Topics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Optimization, ML &amp; Mini Projects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Optimization: profiling (cProfile, line_profiler), memory optimization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Structures: choosing the right container for the job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 with NumPy: eliminate Python loops for massive speedups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Real-World ML Projects: Credit Card Fraud, Loan Approval, Customer Churn, Stock Price, Finance Analyzer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workflow: preprocessing → feature engineering → modeling → evaluation →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Optimization Techniques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— Find the Bottleneck First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cProfile: function-level call count &amp; time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line_profiler: line-by-line time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 with NumPy: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Python for-loops with NumPy array ops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Speedup: 10x–100x for numerical computation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Tricks: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generators over lists for large datasets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__slots__ to reduce object memory footprint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numpy dtypes (float32 vs float64) wisely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822960"/>
            <a:ext cx="44805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1887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cProfile, numpy as np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Profile a function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cProfile.run('my_function()')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ncalls  tottime  percall  cumtime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SLOW: Python loop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range(1_000_000):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+= i *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~0.12 seconds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FAST: NumPy vectorization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np.arange(1_000_000)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np.sum(arr * 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~0.002 seconds (60x faster!)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__slots__ memory saving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D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Point: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__slots__ = ['x', 'y']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x, y):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 = x; self.y = 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Saves ~40% memory vs regular class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Pipeline — End-to-End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ML Workflow: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 &amp; EDA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Preprocessing (clean, encode, scale)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 Engineering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Train/Test Split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Model Training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Evaluation (precision, recall, F1)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Hyperparameter Tuning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Sklearn Tools: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Pipeline: chain preprocessing + model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GridSearchCV: hyperparameter search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cross_val_score: robust evaluation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822960"/>
            <a:ext cx="44805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1887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Pipeline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classification_report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train_test_split(X, y, test_size=0.2,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random_state=42)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 = Pipeline([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('scaler', StandardScaler()),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('model', RandomForestClassifier(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n_estimators=100,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random_state=42))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pipe.fit(X_train, y_train)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pipe.predict(X_test)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y_test, y_pred,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target_names=['Legit','Fraud']))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37744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Card Fraud Detection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Banks need to identify fraudulent transactions in real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3566160"/>
          </a:xfrm>
          <a:prstGeom prst="rect">
            <a:avLst/>
          </a:prstGeom>
          <a:solidFill>
            <a:srgbClr val="1B2A3B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 model to classify transactions as fraud or legitimate.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V1–V28 (PCA anonymized)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(0=Legit, 1=Fraud)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42976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664208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EDA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imbalanced dataset (SMOTE/undersample)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Logistic Regression + Random Forest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Evaluate: Precision, Recall, F1 Score, AUC-ROC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931920"/>
            <a:ext cx="4297680" cy="914400"/>
          </a:xfrm>
          <a:prstGeom prst="rect">
            <a:avLst/>
          </a:prstGeom>
          <a:solidFill>
            <a:srgbClr val="43A047">
              <a:alpha val="70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9776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Outcome: Predict fraud before transaction approval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37744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Loan Approval Prediction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Banks need to automate loan application decisions.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3566160"/>
          </a:xfrm>
          <a:prstGeom prst="rect">
            <a:avLst/>
          </a:prstGeom>
          <a:solidFill>
            <a:srgbClr val="1B2A3B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loan approval status based on applicant profile details.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Married, Education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ApplicantIncome, LoanAmount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Credit_History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 (Y/N)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42976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664208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missing value treatment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variables (OneHot/Label)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classification model (Decision Tree/RF)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loan approval probability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931920"/>
            <a:ext cx="4297680" cy="914400"/>
          </a:xfrm>
          <a:prstGeom prst="rect">
            <a:avLst/>
          </a:prstGeom>
          <a:solidFill>
            <a:srgbClr val="43A047">
              <a:alpha val="70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9776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Outcome: Automated loan approval decision engine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37744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Churn Prediction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Banks lose customers who close accounts or switch to competitors.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3566160"/>
          </a:xfrm>
          <a:prstGeom prst="rect">
            <a:avLst/>
          </a:prstGeom>
          <a:solidFill>
            <a:srgbClr val="1B2A3B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customers are likely to leave the bank.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CreditScore, Age, Balance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Geography, Gender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NumOfProducts, IsActiveMember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Exited (0=Stay, 1=Leave)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42976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664208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+ EDA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 (SHAP)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churn model (XGBoost/RF)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churn probability per customer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931920"/>
            <a:ext cx="4297680" cy="914400"/>
          </a:xfrm>
          <a:prstGeom prst="rect">
            <a:avLst/>
          </a:prstGeom>
          <a:solidFill>
            <a:srgbClr val="43A047">
              <a:alpha val="70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9776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Outcome: Retain high-risk customers with targeted offers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37744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Price Prediction (LSTM)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Investors need to predict stock price trends from historical data.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3566160"/>
          </a:xfrm>
          <a:prstGeom prst="rect">
            <a:avLst/>
          </a:prstGeom>
          <a:solidFill>
            <a:srgbClr val="1B2A3B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next-day stock price using time series LSTM model.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Open, High, Low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Close, Volume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MA7, MA30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RSI, Bollinger Bands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42976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664208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preprocessing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sliding window dataset (lookback=60)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train LSTM model (Keras/TF)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next-day closing price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931920"/>
            <a:ext cx="4297680" cy="914400"/>
          </a:xfrm>
          <a:prstGeom prst="rect">
            <a:avLst/>
          </a:prstGeom>
          <a:solidFill>
            <a:srgbClr val="43A047">
              <a:alpha val="70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9776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Outcome: AI-based stock price forecasting tool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37744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Finance Spending Analyzer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People struggle to track and understand their spending habits.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3566160"/>
          </a:xfrm>
          <a:prstGeom prst="rect">
            <a:avLst/>
          </a:prstGeom>
          <a:solidFill>
            <a:srgbClr val="1B2A3B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user transactions and auto-categorize expenses with a visual dashboard.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Date, Merchant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Amount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Month, WeekDay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42976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664208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date parsing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Auto-categorize expenses (ML classifier)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monthly spending report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visual dashboard (Matplotlib/Seaborn)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931920"/>
            <a:ext cx="4297680" cy="914400"/>
          </a:xfrm>
          <a:prstGeom prst="rect">
            <a:avLst/>
          </a:prstGeom>
          <a:solidFill>
            <a:srgbClr val="43A047">
              <a:alpha val="70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9776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Outcome: Personal finance analytics &amp; insights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You're Ready to Build!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Training — Complete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1920240" cy="402336"/>
          </a:xfrm>
          <a:prstGeom prst="rect">
            <a:avLst/>
          </a:prstGeom>
          <a:solidFill>
            <a:srgbClr val="1565C0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060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2606040"/>
            <a:ext cx="1920240" cy="402336"/>
          </a:xfrm>
          <a:prstGeom prst="rect">
            <a:avLst/>
          </a:prstGeom>
          <a:solidFill>
            <a:srgbClr val="1565C0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6060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&amp; Metaclasses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2606040"/>
            <a:ext cx="1920240" cy="402336"/>
          </a:xfrm>
          <a:prstGeom prst="rect">
            <a:avLst/>
          </a:prstGeom>
          <a:solidFill>
            <a:srgbClr val="1565C0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6060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2606040"/>
            <a:ext cx="1920240" cy="402336"/>
          </a:xfrm>
          <a:prstGeom prst="rect">
            <a:avLst/>
          </a:prstGeom>
          <a:solidFill>
            <a:srgbClr val="1565C0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6060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 &amp; Generators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1920240" cy="402336"/>
          </a:xfrm>
          <a:prstGeom prst="rect">
            <a:avLst/>
          </a:prstGeom>
          <a:solidFill>
            <a:srgbClr val="1565C0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54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3154680"/>
            <a:ext cx="1920240" cy="402336"/>
          </a:xfrm>
          <a:prstGeom prst="rect">
            <a:avLst/>
          </a:prstGeom>
          <a:solidFill>
            <a:srgbClr val="1565C0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3154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 (Django/Flask)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3154680"/>
            <a:ext cx="1920240" cy="402336"/>
          </a:xfrm>
          <a:prstGeom prst="rect">
            <a:avLst/>
          </a:prstGeom>
          <a:solidFill>
            <a:srgbClr val="1565C0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154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3154680"/>
            <a:ext cx="1920240" cy="402336"/>
          </a:xfrm>
          <a:prstGeom prst="rect">
            <a:avLst/>
          </a:prstGeom>
          <a:solidFill>
            <a:srgbClr val="1565C0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154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Projects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Datasets: UCI ML Repository · Kaggle · data.gov · World Bank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5676</Words>
  <Application>Microsoft Office PowerPoint</Application>
  <PresentationFormat>On-screen Show (16:9)</PresentationFormat>
  <Paragraphs>952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Python Training</dc:title>
  <dc:subject>PptxGenJS Presentation</dc:subject>
  <dc:creator>Training Team</dc:creator>
  <cp:lastModifiedBy>Palani Karthikeyan</cp:lastModifiedBy>
  <cp:revision>2</cp:revision>
  <dcterms:created xsi:type="dcterms:W3CDTF">2026-03-07T14:52:02Z</dcterms:created>
  <dcterms:modified xsi:type="dcterms:W3CDTF">2026-03-09T02:47:22Z</dcterms:modified>
</cp:coreProperties>
</file>